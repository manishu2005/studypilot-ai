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BFS traverses a graph level by level.</a:t>
            </a:r>
          </a:p>
          <a:p>
            <a:r>
              <a:t>It commonly uses a queue.</a:t>
            </a:r>
          </a:p>
          <a:p>
            <a:r>
              <a:t>The queue follows FIFO order.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DFS explores a graph deeply before backtracking.</a:t>
            </a:r>
          </a:p>
          <a:p>
            <a:r>
              <a:t>DFS can use a stack.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BFS vs DFS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BFS uses a queue.</a:t>
            </a:r>
          </a:p>
          <a:p>
            <a:r>
              <a:t>DFS commonly uses a stack.</a:t>
            </a:r>
          </a:p>
          <a:p>
            <a:r>
              <a:t>Both are graph traversal algorithms.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